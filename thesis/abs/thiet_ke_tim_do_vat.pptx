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inux Biolinum" charset="1" panose="02000503000000000000"/>
      <p:regular r:id="rId19"/>
    </p:embeddedFont>
    <p:embeddedFont>
      <p:font typeface="Fahkwang" charset="1" panose="00000500000000000000"/>
      <p:regular r:id="rId20"/>
    </p:embeddedFont>
    <p:embeddedFont>
      <p:font typeface="Fahkwang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87688">
            <a:off x="10282257" y="5034286"/>
            <a:ext cx="8922358" cy="9404330"/>
          </a:xfrm>
          <a:custGeom>
            <a:avLst/>
            <a:gdLst/>
            <a:ahLst/>
            <a:cxnLst/>
            <a:rect r="r" b="b" t="t" l="l"/>
            <a:pathLst>
              <a:path h="9404330" w="8922358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013544">
            <a:off x="-1834628" y="-2396987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61301" y="2507152"/>
            <a:ext cx="13897999" cy="5516348"/>
            <a:chOff x="0" y="0"/>
            <a:chExt cx="18530666" cy="735513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8530666" cy="445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99"/>
                </a:lnSpc>
              </a:pPr>
              <a:r>
                <a:rPr lang="en-US" sz="7332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THIẾT KẾ WEBSITE THÔNG BÁO</a:t>
              </a:r>
            </a:p>
            <a:p>
              <a:pPr algn="ctr">
                <a:lnSpc>
                  <a:spcPts val="8799"/>
                </a:lnSpc>
              </a:pPr>
              <a:r>
                <a:rPr lang="en-US" sz="7332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VÀ TÌM KIẾM VẬT DỤNG THẤT LẠC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158453"/>
              <a:ext cx="13487961" cy="2196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•Si</a:t>
              </a:r>
              <a:r>
                <a:rPr lang="en-US" sz="31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nh viên: Huỳnh Phan Thanh Huy</a:t>
              </a: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•GVHD: Trầm Hoàng Nam</a:t>
              </a:r>
            </a:p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7149" y="1009650"/>
            <a:ext cx="12517654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599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LÝ DO CHỌN ĐỀ</a:t>
            </a:r>
            <a:r>
              <a:rPr lang="en-US" sz="9599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TÀI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57014" y="2985068"/>
            <a:ext cx="9236158" cy="1216040"/>
            <a:chOff x="0" y="0"/>
            <a:chExt cx="12314877" cy="16213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68163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01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817363" y="430550"/>
              <a:ext cx="11497514" cy="1190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Thất lạc đồ dùng cá nhân xảy ra thường xuyên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57014" y="4269833"/>
            <a:ext cx="8074574" cy="1220009"/>
            <a:chOff x="0" y="0"/>
            <a:chExt cx="10766099" cy="16266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800199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02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00199" y="401500"/>
              <a:ext cx="9965899" cy="1225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6"/>
                </a:lnSpc>
              </a:pPr>
              <a:r>
                <a:rPr lang="en-US" sz="2882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Thông tin tìm đồ còn rời rạc trên mạng xã hội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57014" y="5845555"/>
            <a:ext cx="7859522" cy="1109980"/>
            <a:chOff x="0" y="0"/>
            <a:chExt cx="10479363" cy="147997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79722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03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97223" y="439844"/>
              <a:ext cx="9682140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Cần một nền tảng tập trung, đáng tin cậy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757014" y="4064792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757014" y="5755395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100000">
            <a:off x="-1206395" y="4686782"/>
            <a:ext cx="8665689" cy="9133796"/>
          </a:xfrm>
          <a:custGeom>
            <a:avLst/>
            <a:gdLst/>
            <a:ahLst/>
            <a:cxnLst/>
            <a:rect r="r" b="b" t="t" l="l"/>
            <a:pathLst>
              <a:path h="9133796" w="8665689">
                <a:moveTo>
                  <a:pt x="8665689" y="0"/>
                </a:moveTo>
                <a:lnTo>
                  <a:pt x="0" y="0"/>
                </a:lnTo>
                <a:lnTo>
                  <a:pt x="0" y="9133796"/>
                </a:lnTo>
                <a:lnTo>
                  <a:pt x="8665689" y="9133796"/>
                </a:lnTo>
                <a:lnTo>
                  <a:pt x="86656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-642357" y="5840124"/>
            <a:ext cx="2987764" cy="0"/>
          </a:xfrm>
          <a:prstGeom prst="line">
            <a:avLst/>
          </a:prstGeom>
          <a:ln cap="rnd" w="9525">
            <a:solidFill>
              <a:srgbClr val="0F2A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23854" y="3115329"/>
            <a:ext cx="0" cy="3317524"/>
          </a:xfrm>
          <a:prstGeom prst="line">
            <a:avLst/>
          </a:prstGeom>
          <a:ln cap="rnd" w="9525">
            <a:solidFill>
              <a:srgbClr val="0F2A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417966" y="3115329"/>
            <a:ext cx="0" cy="3317524"/>
          </a:xfrm>
          <a:prstGeom prst="line">
            <a:avLst/>
          </a:prstGeom>
          <a:ln cap="rnd" w="9525">
            <a:solidFill>
              <a:srgbClr val="0F2A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497436" y="3115329"/>
            <a:ext cx="0" cy="3317524"/>
          </a:xfrm>
          <a:prstGeom prst="line">
            <a:avLst/>
          </a:prstGeom>
          <a:ln cap="rnd" w="9525">
            <a:solidFill>
              <a:srgbClr val="0F2A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7914474">
            <a:off x="12428141" y="-1311467"/>
            <a:ext cx="7518607" cy="4680333"/>
          </a:xfrm>
          <a:custGeom>
            <a:avLst/>
            <a:gdLst/>
            <a:ahLst/>
            <a:cxnLst/>
            <a:rect r="r" b="b" t="t" l="l"/>
            <a:pathLst>
              <a:path h="4680333" w="7518607">
                <a:moveTo>
                  <a:pt x="0" y="0"/>
                </a:moveTo>
                <a:lnTo>
                  <a:pt x="7518607" y="0"/>
                </a:lnTo>
                <a:lnTo>
                  <a:pt x="7518607" y="4680334"/>
                </a:lnTo>
                <a:lnTo>
                  <a:pt x="0" y="4680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1155771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9"/>
              </a:lnSpc>
            </a:pPr>
            <a:r>
              <a:rPr lang="en-US" sz="7424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MỤ</a:t>
            </a:r>
            <a:r>
              <a:rPr lang="en-US" sz="7424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C TIÊU NGHIÊN CỨU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91738" y="3082376"/>
            <a:ext cx="2789337" cy="1816329"/>
            <a:chOff x="0" y="0"/>
            <a:chExt cx="3719116" cy="242177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1063"/>
              <a:ext cx="3719116" cy="147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9"/>
                </a:lnSpc>
              </a:pPr>
              <a:r>
                <a:rPr lang="en-US" sz="227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•Xây</a:t>
              </a:r>
              <a:r>
                <a:rPr lang="en-US" sz="227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 dựng website Lost &amp; Found</a:t>
              </a:r>
            </a:p>
            <a:p>
              <a:pPr algn="l">
                <a:lnSpc>
                  <a:spcPts val="295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3719116" cy="808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2"/>
                </a:lnSpc>
              </a:pPr>
              <a:r>
                <a:rPr lang="en-US" b="true" sz="3886">
                  <a:solidFill>
                    <a:srgbClr val="0F2A37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63789" y="3082376"/>
            <a:ext cx="2512013" cy="1728171"/>
            <a:chOff x="0" y="0"/>
            <a:chExt cx="3349351" cy="230422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86788"/>
              <a:ext cx="3349351" cy="1305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4"/>
                </a:lnSpc>
              </a:pPr>
              <a:r>
                <a:rPr lang="en-US" sz="202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•Tố</a:t>
              </a:r>
              <a:r>
                <a:rPr lang="en-US" sz="202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i ưu tìm kiếm và phân loại</a:t>
              </a:r>
            </a:p>
            <a:p>
              <a:pPr algn="l">
                <a:lnSpc>
                  <a:spcPts val="2634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3349351" cy="818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2"/>
                </a:lnSpc>
              </a:pPr>
              <a:r>
                <a:rPr lang="en-US" b="true" sz="3886">
                  <a:solidFill>
                    <a:srgbClr val="0F2A37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24581" y="3082376"/>
            <a:ext cx="2523271" cy="2129550"/>
            <a:chOff x="0" y="0"/>
            <a:chExt cx="3364361" cy="28394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51584"/>
              <a:ext cx="3364361" cy="147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9"/>
                </a:lnSpc>
              </a:pPr>
              <a:r>
                <a:rPr lang="en-US" sz="227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Kế</a:t>
              </a:r>
              <a:r>
                <a:rPr lang="en-US" sz="2276">
                  <a:solidFill>
                    <a:srgbClr val="0F2A37"/>
                  </a:solidFill>
                  <a:latin typeface="Fahkwang"/>
                  <a:ea typeface="Fahkwang"/>
                  <a:cs typeface="Fahkwang"/>
                  <a:sym typeface="Fahkwang"/>
                </a:rPr>
                <a:t>t nối người mất và người nhặt đồ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3364361" cy="818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2"/>
                </a:lnSpc>
              </a:pPr>
              <a:r>
                <a:rPr lang="en-US" b="true" sz="3886">
                  <a:solidFill>
                    <a:srgbClr val="0F2A37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78827">
            <a:off x="11616985" y="-869308"/>
            <a:ext cx="5515885" cy="4957401"/>
          </a:xfrm>
          <a:custGeom>
            <a:avLst/>
            <a:gdLst/>
            <a:ahLst/>
            <a:cxnLst/>
            <a:rect r="r" b="b" t="t" l="l"/>
            <a:pathLst>
              <a:path h="4957401" w="5515885">
                <a:moveTo>
                  <a:pt x="0" y="0"/>
                </a:moveTo>
                <a:lnTo>
                  <a:pt x="5515884" y="0"/>
                </a:lnTo>
                <a:lnTo>
                  <a:pt x="5515884" y="4957402"/>
                </a:lnTo>
                <a:lnTo>
                  <a:pt x="0" y="4957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195199" y="4791795"/>
            <a:ext cx="7776569" cy="6794777"/>
          </a:xfrm>
          <a:custGeom>
            <a:avLst/>
            <a:gdLst/>
            <a:ahLst/>
            <a:cxnLst/>
            <a:rect r="r" b="b" t="t" l="l"/>
            <a:pathLst>
              <a:path h="6794777" w="7776569">
                <a:moveTo>
                  <a:pt x="0" y="0"/>
                </a:moveTo>
                <a:lnTo>
                  <a:pt x="7776569" y="0"/>
                </a:lnTo>
                <a:lnTo>
                  <a:pt x="7776569" y="6794777"/>
                </a:lnTo>
                <a:lnTo>
                  <a:pt x="0" y="6794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47690" y="1580818"/>
            <a:ext cx="11945354" cy="60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b="true" sz="3828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CÔN</a:t>
            </a:r>
            <a:r>
              <a:rPr lang="en-US" b="true" sz="3828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G NGHỆ SỬ DỤNG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427" y="3119006"/>
            <a:ext cx="10237838" cy="21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•PHP,</a:t>
            </a: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MySQL</a:t>
            </a:r>
          </a:p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•HTML5, CSS3, Bootstrap</a:t>
            </a:r>
          </a:p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•XAMPP, VS Code</a:t>
            </a:r>
          </a:p>
          <a:p>
            <a:pPr algn="l">
              <a:lnSpc>
                <a:spcPts val="426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47690" y="5260831"/>
            <a:ext cx="11945354" cy="60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b="true" sz="3828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CƠ</a:t>
            </a:r>
            <a:r>
              <a:rPr lang="en-US" b="true" sz="3828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 SỞ DỮ LIỆU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8427" y="6534070"/>
            <a:ext cx="10237838" cy="265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•users</a:t>
            </a:r>
          </a:p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•posts</a:t>
            </a:r>
          </a:p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•categories</a:t>
            </a:r>
          </a:p>
          <a:p>
            <a:pPr algn="l">
              <a:lnSpc>
                <a:spcPts val="4265"/>
              </a:lnSpc>
            </a:pPr>
            <a:r>
              <a:rPr lang="en-US" sz="328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•post_images</a:t>
            </a:r>
          </a:p>
          <a:p>
            <a:pPr algn="l">
              <a:lnSpc>
                <a:spcPts val="426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16505">
            <a:off x="-2238628" y="-2235792"/>
            <a:ext cx="7303770" cy="8229600"/>
          </a:xfrm>
          <a:custGeom>
            <a:avLst/>
            <a:gdLst/>
            <a:ahLst/>
            <a:cxnLst/>
            <a:rect r="r" b="b" t="t" l="l"/>
            <a:pathLst>
              <a:path h="8229600" w="7303770">
                <a:moveTo>
                  <a:pt x="0" y="0"/>
                </a:moveTo>
                <a:lnTo>
                  <a:pt x="7303770" y="0"/>
                </a:lnTo>
                <a:lnTo>
                  <a:pt x="73037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364982">
            <a:off x="-1262337" y="4141016"/>
            <a:ext cx="8597036" cy="10234567"/>
          </a:xfrm>
          <a:custGeom>
            <a:avLst/>
            <a:gdLst/>
            <a:ahLst/>
            <a:cxnLst/>
            <a:rect r="r" b="b" t="t" l="l"/>
            <a:pathLst>
              <a:path h="10234567" w="8597036">
                <a:moveTo>
                  <a:pt x="0" y="0"/>
                </a:moveTo>
                <a:lnTo>
                  <a:pt x="8597036" y="0"/>
                </a:lnTo>
                <a:lnTo>
                  <a:pt x="8597036" y="10234568"/>
                </a:lnTo>
                <a:lnTo>
                  <a:pt x="0" y="10234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4523" y="2429209"/>
            <a:ext cx="9253794" cy="90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CHỨC</a:t>
            </a: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NĂNG CHÍNH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4523" y="4740655"/>
            <a:ext cx="9253794" cy="2104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595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•Quả</a:t>
            </a:r>
            <a:r>
              <a:rPr lang="en-US" sz="2595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n lý người dùng</a:t>
            </a:r>
          </a:p>
          <a:p>
            <a:pPr algn="l">
              <a:lnSpc>
                <a:spcPts val="3373"/>
              </a:lnSpc>
            </a:pPr>
            <a:r>
              <a:rPr lang="en-US" sz="2595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•Đăng tin mất/nhặt đồ</a:t>
            </a:r>
          </a:p>
          <a:p>
            <a:pPr algn="l">
              <a:lnSpc>
                <a:spcPts val="3373"/>
              </a:lnSpc>
            </a:pPr>
            <a:r>
              <a:rPr lang="en-US" sz="2595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•Tìm kiếm và lọc thông tin</a:t>
            </a:r>
          </a:p>
          <a:p>
            <a:pPr algn="l">
              <a:lnSpc>
                <a:spcPts val="3373"/>
              </a:lnSpc>
            </a:pPr>
            <a:r>
              <a:rPr lang="en-US" sz="2595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•Quản trị hệ thống</a:t>
            </a:r>
          </a:p>
          <a:p>
            <a:pPr algn="l">
              <a:lnSpc>
                <a:spcPts val="337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16505">
            <a:off x="-2238628" y="-2235792"/>
            <a:ext cx="7303770" cy="8229600"/>
          </a:xfrm>
          <a:custGeom>
            <a:avLst/>
            <a:gdLst/>
            <a:ahLst/>
            <a:cxnLst/>
            <a:rect r="r" b="b" t="t" l="l"/>
            <a:pathLst>
              <a:path h="8229600" w="7303770">
                <a:moveTo>
                  <a:pt x="0" y="0"/>
                </a:moveTo>
                <a:lnTo>
                  <a:pt x="7303770" y="0"/>
                </a:lnTo>
                <a:lnTo>
                  <a:pt x="73037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7142" y="2767098"/>
            <a:ext cx="9335758" cy="5729821"/>
          </a:xfrm>
          <a:custGeom>
            <a:avLst/>
            <a:gdLst/>
            <a:ahLst/>
            <a:cxnLst/>
            <a:rect r="r" b="b" t="t" l="l"/>
            <a:pathLst>
              <a:path h="5729821" w="9335758">
                <a:moveTo>
                  <a:pt x="0" y="0"/>
                </a:moveTo>
                <a:lnTo>
                  <a:pt x="9335758" y="0"/>
                </a:lnTo>
                <a:lnTo>
                  <a:pt x="9335758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84011" y="871027"/>
            <a:ext cx="9253794" cy="179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GIAO DIỆN TRANG CHỦ &amp;</a:t>
            </a: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TÌM KIẾM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16505">
            <a:off x="-2238628" y="-2235792"/>
            <a:ext cx="7303770" cy="8229600"/>
          </a:xfrm>
          <a:custGeom>
            <a:avLst/>
            <a:gdLst/>
            <a:ahLst/>
            <a:cxnLst/>
            <a:rect r="r" b="b" t="t" l="l"/>
            <a:pathLst>
              <a:path h="8229600" w="7303770">
                <a:moveTo>
                  <a:pt x="0" y="0"/>
                </a:moveTo>
                <a:lnTo>
                  <a:pt x="7303770" y="0"/>
                </a:lnTo>
                <a:lnTo>
                  <a:pt x="73037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364982">
            <a:off x="-1262337" y="4141016"/>
            <a:ext cx="8597036" cy="10234567"/>
          </a:xfrm>
          <a:custGeom>
            <a:avLst/>
            <a:gdLst/>
            <a:ahLst/>
            <a:cxnLst/>
            <a:rect r="r" b="b" t="t" l="l"/>
            <a:pathLst>
              <a:path h="10234567" w="8597036">
                <a:moveTo>
                  <a:pt x="0" y="0"/>
                </a:moveTo>
                <a:lnTo>
                  <a:pt x="8597036" y="0"/>
                </a:lnTo>
                <a:lnTo>
                  <a:pt x="8597036" y="10234568"/>
                </a:lnTo>
                <a:lnTo>
                  <a:pt x="0" y="10234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9184" y="3780682"/>
            <a:ext cx="7223945" cy="6131323"/>
          </a:xfrm>
          <a:custGeom>
            <a:avLst/>
            <a:gdLst/>
            <a:ahLst/>
            <a:cxnLst/>
            <a:rect r="r" b="b" t="t" l="l"/>
            <a:pathLst>
              <a:path h="6131323" w="7223945">
                <a:moveTo>
                  <a:pt x="0" y="0"/>
                </a:moveTo>
                <a:lnTo>
                  <a:pt x="7223945" y="0"/>
                </a:lnTo>
                <a:lnTo>
                  <a:pt x="7223945" y="6131323"/>
                </a:lnTo>
                <a:lnTo>
                  <a:pt x="0" y="6131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4523" y="1981894"/>
            <a:ext cx="9253794" cy="179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GIAO DIỆN ĐĂNG KÝ TÀI KHOẢN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16505">
            <a:off x="-2238628" y="-2235792"/>
            <a:ext cx="7303770" cy="8229600"/>
          </a:xfrm>
          <a:custGeom>
            <a:avLst/>
            <a:gdLst/>
            <a:ahLst/>
            <a:cxnLst/>
            <a:rect r="r" b="b" t="t" l="l"/>
            <a:pathLst>
              <a:path h="8229600" w="7303770">
                <a:moveTo>
                  <a:pt x="0" y="0"/>
                </a:moveTo>
                <a:lnTo>
                  <a:pt x="7303770" y="0"/>
                </a:lnTo>
                <a:lnTo>
                  <a:pt x="73037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3238" y="2999357"/>
            <a:ext cx="8854330" cy="6633760"/>
          </a:xfrm>
          <a:custGeom>
            <a:avLst/>
            <a:gdLst/>
            <a:ahLst/>
            <a:cxnLst/>
            <a:rect r="r" b="b" t="t" l="l"/>
            <a:pathLst>
              <a:path h="6633760" w="8854330">
                <a:moveTo>
                  <a:pt x="0" y="0"/>
                </a:moveTo>
                <a:lnTo>
                  <a:pt x="8854330" y="0"/>
                </a:lnTo>
                <a:lnTo>
                  <a:pt x="8854330" y="6633760"/>
                </a:lnTo>
                <a:lnTo>
                  <a:pt x="0" y="663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40" r="0" b="-414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80676" y="847285"/>
            <a:ext cx="9253794" cy="179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DANH</a:t>
            </a: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SÁCH ĐỒ BỊ MẤT / NHẶT ĐƯỢC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16505">
            <a:off x="-2238628" y="-2235792"/>
            <a:ext cx="7303770" cy="8229600"/>
          </a:xfrm>
          <a:custGeom>
            <a:avLst/>
            <a:gdLst/>
            <a:ahLst/>
            <a:cxnLst/>
            <a:rect r="r" b="b" t="t" l="l"/>
            <a:pathLst>
              <a:path h="8229600" w="7303770">
                <a:moveTo>
                  <a:pt x="0" y="0"/>
                </a:moveTo>
                <a:lnTo>
                  <a:pt x="7303770" y="0"/>
                </a:lnTo>
                <a:lnTo>
                  <a:pt x="73037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7990" y="2994324"/>
            <a:ext cx="13124760" cy="6923311"/>
          </a:xfrm>
          <a:custGeom>
            <a:avLst/>
            <a:gdLst/>
            <a:ahLst/>
            <a:cxnLst/>
            <a:rect r="r" b="b" t="t" l="l"/>
            <a:pathLst>
              <a:path h="6923311" w="13124760">
                <a:moveTo>
                  <a:pt x="0" y="0"/>
                </a:moveTo>
                <a:lnTo>
                  <a:pt x="13124760" y="0"/>
                </a:lnTo>
                <a:lnTo>
                  <a:pt x="13124760" y="6923311"/>
                </a:lnTo>
                <a:lnTo>
                  <a:pt x="0" y="6923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80676" y="847285"/>
            <a:ext cx="9253794" cy="179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QUẢN</a:t>
            </a:r>
            <a:r>
              <a:rPr lang="en-US" sz="5932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LÝ &amp; THAO TÁC NGƯỜI DÙNG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571200">
            <a:off x="6481955" y="-649127"/>
            <a:ext cx="14343539" cy="13070550"/>
          </a:xfrm>
          <a:custGeom>
            <a:avLst/>
            <a:gdLst/>
            <a:ahLst/>
            <a:cxnLst/>
            <a:rect r="r" b="b" t="t" l="l"/>
            <a:pathLst>
              <a:path h="13070550" w="14343539">
                <a:moveTo>
                  <a:pt x="0" y="0"/>
                </a:moveTo>
                <a:lnTo>
                  <a:pt x="14343538" y="0"/>
                </a:lnTo>
                <a:lnTo>
                  <a:pt x="14343538" y="13070550"/>
                </a:lnTo>
                <a:lnTo>
                  <a:pt x="0" y="13070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3874" y="589985"/>
            <a:ext cx="7097929" cy="4857448"/>
            <a:chOff x="0" y="0"/>
            <a:chExt cx="9463906" cy="64765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463906" cy="308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69"/>
                </a:lnSpc>
              </a:pPr>
              <a:r>
                <a:rPr lang="en-US" sz="7641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KẾT QUẢ ĐẠT ĐƯỢC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31670"/>
              <a:ext cx="9463906" cy="2744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0"/>
                </a:lnSpc>
              </a:pPr>
              <a:r>
                <a:rPr lang="en-US" sz="3169" b="true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•Websi</a:t>
              </a:r>
              <a:r>
                <a:rPr lang="en-US" b="true" sz="316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te hoạt động ổn định</a:t>
              </a:r>
            </a:p>
            <a:p>
              <a:pPr algn="l">
                <a:lnSpc>
                  <a:spcPts val="4120"/>
                </a:lnSpc>
              </a:pPr>
              <a:r>
                <a:rPr lang="en-US" b="true" sz="316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•Giao diện thân thiện</a:t>
              </a:r>
            </a:p>
            <a:p>
              <a:pPr algn="l">
                <a:lnSpc>
                  <a:spcPts val="4120"/>
                </a:lnSpc>
              </a:pPr>
              <a:r>
                <a:rPr lang="en-US" b="true" sz="316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•Dữ liệu quản lý tập trung</a:t>
              </a:r>
            </a:p>
            <a:p>
              <a:pPr algn="l">
                <a:lnSpc>
                  <a:spcPts val="4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8583" y="5447433"/>
            <a:ext cx="7097929" cy="3703643"/>
            <a:chOff x="0" y="0"/>
            <a:chExt cx="9463906" cy="493819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463906" cy="1547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69"/>
                </a:lnSpc>
              </a:pPr>
              <a:r>
                <a:rPr lang="en-US" sz="7641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H</a:t>
              </a:r>
              <a:r>
                <a:rPr lang="en-US" sz="7641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ẠN CHẾ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3264"/>
              <a:ext cx="9463906" cy="2744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0"/>
                </a:lnSpc>
              </a:pPr>
              <a:r>
                <a:rPr lang="en-US" sz="3169" b="true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•Chưa </a:t>
              </a:r>
              <a:r>
                <a:rPr lang="en-US" b="true" sz="316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tích hợp Google Maps</a:t>
              </a:r>
            </a:p>
            <a:p>
              <a:pPr algn="l">
                <a:lnSpc>
                  <a:spcPts val="4120"/>
                </a:lnSpc>
              </a:pPr>
              <a:r>
                <a:rPr lang="en-US" b="true" sz="316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•Chưa có thông báo Email tự động</a:t>
              </a:r>
            </a:p>
            <a:p>
              <a:pPr algn="l">
                <a:lnSpc>
                  <a:spcPts val="412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39433">
            <a:off x="11257563" y="-3827532"/>
            <a:ext cx="7998834" cy="10405430"/>
          </a:xfrm>
          <a:custGeom>
            <a:avLst/>
            <a:gdLst/>
            <a:ahLst/>
            <a:cxnLst/>
            <a:rect r="r" b="b" t="t" l="l"/>
            <a:pathLst>
              <a:path h="10405430" w="7998834">
                <a:moveTo>
                  <a:pt x="0" y="0"/>
                </a:moveTo>
                <a:lnTo>
                  <a:pt x="7998834" y="0"/>
                </a:lnTo>
                <a:lnTo>
                  <a:pt x="7998834" y="10405430"/>
                </a:lnTo>
                <a:lnTo>
                  <a:pt x="0" y="1040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5" r="0" b="-17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60999">
            <a:off x="-222040" y="-5095622"/>
            <a:ext cx="5758981" cy="11575841"/>
          </a:xfrm>
          <a:custGeom>
            <a:avLst/>
            <a:gdLst/>
            <a:ahLst/>
            <a:cxnLst/>
            <a:rect r="r" b="b" t="t" l="l"/>
            <a:pathLst>
              <a:path h="11575841" w="5758981">
                <a:moveTo>
                  <a:pt x="0" y="0"/>
                </a:moveTo>
                <a:lnTo>
                  <a:pt x="5758981" y="0"/>
                </a:lnTo>
                <a:lnTo>
                  <a:pt x="5758981" y="11575841"/>
                </a:lnTo>
                <a:lnTo>
                  <a:pt x="0" y="11575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81431" y="3434014"/>
            <a:ext cx="7780139" cy="86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2"/>
              </a:lnSpc>
            </a:pPr>
            <a:r>
              <a:rPr lang="en-US" sz="5325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HƯỚNG</a:t>
            </a:r>
            <a:r>
              <a:rPr lang="en-US" sz="5325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 PHÁT TRIỂN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57451" y="4826840"/>
            <a:ext cx="9319708" cy="192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987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•Tích</a:t>
            </a:r>
            <a:r>
              <a:rPr lang="en-US" sz="2987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 hợp bản đồ</a:t>
            </a:r>
          </a:p>
          <a:p>
            <a:pPr algn="l">
              <a:lnSpc>
                <a:spcPts val="3883"/>
              </a:lnSpc>
            </a:pPr>
            <a:r>
              <a:rPr lang="en-US" sz="2987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•Chat trực tuyến</a:t>
            </a:r>
          </a:p>
          <a:p>
            <a:pPr algn="l">
              <a:lnSpc>
                <a:spcPts val="3883"/>
              </a:lnSpc>
            </a:pPr>
            <a:r>
              <a:rPr lang="en-US" sz="2987">
                <a:solidFill>
                  <a:srgbClr val="0F2A37"/>
                </a:solidFill>
                <a:latin typeface="Fahkwang"/>
                <a:ea typeface="Fahkwang"/>
                <a:cs typeface="Fahkwang"/>
                <a:sym typeface="Fahkwang"/>
              </a:rPr>
              <a:t>•Ứng dụng Mobile</a:t>
            </a:r>
          </a:p>
          <a:p>
            <a:pPr algn="l">
              <a:lnSpc>
                <a:spcPts val="388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3691">
            <a:off x="12650583" y="5606367"/>
            <a:ext cx="6964299" cy="8229600"/>
          </a:xfrm>
          <a:custGeom>
            <a:avLst/>
            <a:gdLst/>
            <a:ahLst/>
            <a:cxnLst/>
            <a:rect r="r" b="b" t="t" l="l"/>
            <a:pathLst>
              <a:path h="8229600" w="6964299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1857" y="-2160536"/>
            <a:ext cx="6151626" cy="8229600"/>
          </a:xfrm>
          <a:custGeom>
            <a:avLst/>
            <a:gdLst/>
            <a:ahLst/>
            <a:cxnLst/>
            <a:rect r="r" b="b" t="t" l="l"/>
            <a:pathLst>
              <a:path h="8229600" w="6151626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9769" y="1695355"/>
            <a:ext cx="10486355" cy="143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1"/>
              </a:lnSpc>
            </a:pPr>
            <a:r>
              <a:rPr lang="en-US" sz="8855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KẾT LUẬN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23749" y="3838412"/>
            <a:ext cx="13240501" cy="234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579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•Đề</a:t>
            </a:r>
            <a:r>
              <a:rPr lang="en-US" sz="3579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tài có tính thực tiễn cao</a:t>
            </a:r>
          </a:p>
          <a:p>
            <a:pPr algn="l">
              <a:lnSpc>
                <a:spcPts val="4653"/>
              </a:lnSpc>
            </a:pPr>
            <a:r>
              <a:rPr lang="en-US" sz="3579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•Góp phần hỗ trợ sinh viên tìm lại tài sản</a:t>
            </a:r>
          </a:p>
          <a:p>
            <a:pPr algn="l">
              <a:lnSpc>
                <a:spcPts val="4653"/>
              </a:lnSpc>
            </a:pPr>
            <a:r>
              <a:rPr lang="en-US" sz="3579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•Có khả năng triển khai thực tế</a:t>
            </a:r>
          </a:p>
          <a:p>
            <a:pPr algn="l">
              <a:lnSpc>
                <a:spcPts val="465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39433">
            <a:off x="11257563" y="-3827532"/>
            <a:ext cx="7998834" cy="10405430"/>
          </a:xfrm>
          <a:custGeom>
            <a:avLst/>
            <a:gdLst/>
            <a:ahLst/>
            <a:cxnLst/>
            <a:rect r="r" b="b" t="t" l="l"/>
            <a:pathLst>
              <a:path h="10405430" w="7998834">
                <a:moveTo>
                  <a:pt x="0" y="0"/>
                </a:moveTo>
                <a:lnTo>
                  <a:pt x="7998834" y="0"/>
                </a:lnTo>
                <a:lnTo>
                  <a:pt x="7998834" y="10405430"/>
                </a:lnTo>
                <a:lnTo>
                  <a:pt x="0" y="1040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5" r="0" b="-17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60999">
            <a:off x="-222040" y="-5095622"/>
            <a:ext cx="5758981" cy="11575841"/>
          </a:xfrm>
          <a:custGeom>
            <a:avLst/>
            <a:gdLst/>
            <a:ahLst/>
            <a:cxnLst/>
            <a:rect r="r" b="b" t="t" l="l"/>
            <a:pathLst>
              <a:path h="11575841" w="5758981">
                <a:moveTo>
                  <a:pt x="0" y="0"/>
                </a:moveTo>
                <a:lnTo>
                  <a:pt x="5758981" y="0"/>
                </a:lnTo>
                <a:lnTo>
                  <a:pt x="5758981" y="11575841"/>
                </a:lnTo>
                <a:lnTo>
                  <a:pt x="0" y="11575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9395" y="3944287"/>
            <a:ext cx="10804373" cy="119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3"/>
              </a:lnSpc>
            </a:pPr>
            <a:r>
              <a:rPr lang="en-US" sz="7394">
                <a:solidFill>
                  <a:srgbClr val="0F2A37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THANK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DAG9_iFN25A</dc:identifier>
  <dcterms:modified xsi:type="dcterms:W3CDTF">2011-08-01T06:04:30Z</dcterms:modified>
  <cp:revision>1</cp:revision>
  <dc:title>Xanh dương Hình dạng Hữu cơ Hội thảo Năng lực Lãnh đạo Hội thảo Trực tuyến Bản thuyết trình Keynote</dc:title>
</cp:coreProperties>
</file>